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2188952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Application with React, Node.js, PostgreSQL, and Blob Storage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0" y="109728"/>
            <a:ext cx="28163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  ·  2026-05-26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11823192" cy="5522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6528816"/>
            <a:ext cx="1154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by Azure Architecture Diagram Builder  ·  microsoft.com/azure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Microsoft Azure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with React, Node.js, PostgreSQL, and Blob Storage</dc:title>
  <dc:subject>Azure Architecture Diagram</dc:subject>
  <dc:creator>Azure Architect</dc:creator>
  <cp:lastModifiedBy>Azure Architect</cp:lastModifiedBy>
  <cp:revision>1</cp:revision>
  <dcterms:created xsi:type="dcterms:W3CDTF">2026-05-26T15:51:05Z</dcterms:created>
  <dcterms:modified xsi:type="dcterms:W3CDTF">2026-05-26T15:51:05Z</dcterms:modified>
</cp:coreProperties>
</file>