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Builder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adoption — last 14 days (2026-07-02 → 07-15)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345997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13459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396 views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70125" y="5120640"/>
            <a:ext cx="2333549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0125" y="5120640"/>
            <a:ext cx="2333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 unique visitors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04842" y="512064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4842" y="512064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215 clones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50762" y="5120640"/>
            <a:ext cx="124724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0762" y="5120640"/>
            <a:ext cx="12472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stars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9171" y="5120640"/>
            <a:ext cx="1148486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9171" y="5120640"/>
            <a:ext cx="11484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forks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 Traffic API · captured 2026-07-16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HEADLINE METRICS · 14 DAYS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Real, technical engagement — not casual browsing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864" cy="196596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567864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84832"/>
            <a:ext cx="256786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238498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62249"/>
            <a:ext cx="238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 unique visitors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0824" y="1828800"/>
            <a:ext cx="2567864" cy="196596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824" y="1828800"/>
            <a:ext cx="2567864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90824" y="2084832"/>
            <a:ext cx="256786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82264" y="3008376"/>
            <a:ext cx="238498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2264" y="3362249"/>
            <a:ext cx="238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 unique cloners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567864" cy="196596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3008" y="1828800"/>
            <a:ext cx="2567864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008" y="2084832"/>
            <a:ext cx="256786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4448" y="3008376"/>
            <a:ext cx="238498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4448" y="3362249"/>
            <a:ext cx="238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75191" y="1828800"/>
            <a:ext cx="2567864" cy="196596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5191" y="1828800"/>
            <a:ext cx="2567864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9075191" y="2084832"/>
            <a:ext cx="256786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66631" y="3008376"/>
            <a:ext cx="238498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66631" y="3362249"/>
            <a:ext cx="238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94415" cy="13716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97680"/>
            <a:ext cx="109728" cy="137160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482803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 unique visitors and 59 unique cloners in two weeks — nearly half opened the getting-started guide.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Clones + forks indicate hands-on trial (standing the tool up), not passive interest. Zero open issues.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SURGE · JUL 13–15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~90% of two-week traffic landed in three days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49020" y="4998071"/>
            <a:ext cx="734263" cy="31129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666140" y="4705463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140" y="507492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 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84044" y="5001768"/>
            <a:ext cx="734263" cy="274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2001164" y="470916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01164" y="507492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 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9068" y="3550596"/>
            <a:ext cx="734263" cy="147860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6188" y="3257988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6188" y="507492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 13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54092" y="2103120"/>
            <a:ext cx="734263" cy="292608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71212" y="1810512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1212" y="507492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 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9116" y="3815188"/>
            <a:ext cx="734263" cy="1214012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06236" y="352258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06236" y="5074920"/>
            <a:ext cx="1100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 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views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737360"/>
            <a:ext cx="3870655" cy="374904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1737360"/>
            <a:ext cx="3870655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9659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day — July 14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246888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 views</a:t>
            </a:r>
            <a:pPr indent="0" marL="0">
              <a:buNone/>
            </a:pPr>
            <a:r>
              <a:rPr lang="en-US" sz="17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71 unique visitors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46720" y="292608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 clones</a:t>
            </a:r>
            <a:pPr indent="0" marL="0">
              <a:buNone/>
            </a:pPr>
            <a:r>
              <a:rPr lang="en-US" sz="17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36 unique cloners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46720" y="3611880"/>
            <a:ext cx="3322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Driven by a Microsoft Teams share reaching a technical field audience.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&amp; ENGAGEMENT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arrived — and what they read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3886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318608" cy="548640"/>
          </a:xfrm>
          <a:prstGeom prst="rect">
            <a:avLst/>
          </a:prstGeom>
          <a:solidFill>
            <a:srgbClr val="102A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referrers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(internal / search)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2848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 share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2848" y="3127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94176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techcommunity.microsoft.com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2848" y="369417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261104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2848" y="42611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28032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2848" y="48280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3886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4448" y="1783080"/>
            <a:ext cx="5318608" cy="548640"/>
          </a:xfrm>
          <a:prstGeom prst="rect">
            <a:avLst/>
          </a:prstGeom>
          <a:solidFill>
            <a:srgbClr val="102A4C"/>
          </a:solidFill>
          <a:ln/>
        </p:spPr>
      </p:sp>
      <p:sp>
        <p:nvSpPr>
          <p:cNvPr id="20" name="Text 18"/>
          <p:cNvSpPr/>
          <p:nvPr/>
        </p:nvSpPr>
        <p:spPr>
          <a:xfrm>
            <a:off x="6598768" y="17830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Most-read content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98768" y="251460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home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28655" y="2514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135v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98768" y="301752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DOCS/getting-started-guide.md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28655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71v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98768" y="352044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tree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728655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15v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98768" y="402336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Architecture_validations/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28655" y="4023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98768" y="452628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DOCS/ARCHITECTURE.md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728655" y="4526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6v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98768" y="5029200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mcp-server/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728655" y="5029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5v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Getting-started guide is the #2 destination after the repo home — onboarding docs are doing real work.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spike turned lookers into builders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5 forks were created inside the July 13–16 surge: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94944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73152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2026-07-16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sinnitesh/azure-architecture-diagram-builder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694944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98648"/>
            <a:ext cx="73152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98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2026-07-14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898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yang-jiayi/azure-architecture-diagram-builder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694944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65576"/>
            <a:ext cx="73152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65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2026-07-14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34655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speaking-frankly/azure-architecture-diagram-builder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694944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32504"/>
            <a:ext cx="73152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325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2026-07-14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032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nipaul/azure-architecture-diagram-builder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99432"/>
            <a:ext cx="694944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99432"/>
            <a:ext cx="73152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99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2026-07-13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4599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anton-kasperovich/azure-architecture-diagram-builder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2331720"/>
            <a:ext cx="3687775" cy="329184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55280" y="2331720"/>
            <a:ext cx="3687775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256032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"ZIP downloads"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0" y="3017520"/>
            <a:ext cx="31391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does not expose a count for "Download ZIP" of source — not in the API or UI.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release-asset downloads are tracked; this repo has no releases yet.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Recommendation: cut a tagged Release to get per-asset download metrics.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46304" cy="685800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TAKEAWAYS FOR LEADERSHIP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is accelerating — and organic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18608" cy="155448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91440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Teams share, real reach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 unique visitors, 59 unique cloners, and 5 forks in days — from internal word-of-mouth.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4448" y="2286000"/>
            <a:ext cx="5318608" cy="155448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4448" y="2286000"/>
            <a:ext cx="91440" cy="155448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248716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High-quality engagement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4488" y="2944368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Nearly half opened onboarding docs; clones and forks show hands-on trial, not browsing.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18608" cy="155448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91440" cy="1554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6168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support backlog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818888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open issues — an opening to invite feedback from new fork owners.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4448" y="4160520"/>
            <a:ext cx="5318608" cy="1554480"/>
          </a:xfrm>
          <a:prstGeom prst="rect">
            <a:avLst/>
          </a:prstGeom>
          <a:solidFill>
            <a:srgbClr val="0F2745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5101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4448" y="4160520"/>
            <a:ext cx="91440" cy="155448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44488" y="436168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 the momentum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44488" y="4818888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2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a Release for download metrics; keep sharing via Teams/TechCommunity; trend the CSV log.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Traffic · Azure Architecture Diagram Builder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Traffic — Executive Summary</dc:title>
  <dc:subject>PptxGenJS Presentation</dc:subject>
  <dc:creator>Azure Architecture Diagram Builder</dc:creator>
  <cp:lastModifiedBy>Azure Architecture Diagram Builder</cp:lastModifiedBy>
  <cp:revision>1</cp:revision>
  <dcterms:created xsi:type="dcterms:W3CDTF">2026-07-17T00:31:00Z</dcterms:created>
  <dcterms:modified xsi:type="dcterms:W3CDTF">2026-07-17T00:31:00Z</dcterms:modified>
</cp:coreProperties>
</file>